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2D30"/>
    <a:srgbClr val="1A6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660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D4A7D-0345-4217-B8B6-5FAC117A82C4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A48B5-4590-4A81-80B4-336A0CFE71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042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3C79E9-569D-4FC0-A26A-545446C1B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66C1EA-B052-4F11-9908-8FDCAFD91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0BBB30-B371-465D-9D41-4AB6D37A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7BE3-2AE1-4D2E-A3AF-4AF15D3297A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830A57-377D-43B1-8614-17307A2DB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059403-AC70-472F-9755-3A4EA33B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D6AA2-1088-4A78-9C36-E588017A7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186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6B969B-1F2F-4C57-97C4-544D767F0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7F5CA-A309-4A05-B95A-2D4721CD9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12FD68-6236-4E39-BCBB-C49E2854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7BE3-2AE1-4D2E-A3AF-4AF15D3297A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E558C3-BF72-477D-BE6A-5164CE895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2FAF22-AD35-445B-8609-B467415F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D6AA2-1088-4A78-9C36-E588017A7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771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C20756-F28E-42D2-B754-E024AC1B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FBA478-ECCA-4900-94C0-075E23607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A15263-E9B3-4F7D-AEC8-98E959503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7BE3-2AE1-4D2E-A3AF-4AF15D3297A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8D2146-A947-4859-BD40-6287C2F5E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1FAABF-9C50-4F5E-B6D1-1D4F76096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D6AA2-1088-4A78-9C36-E588017A7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321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79728-E0CE-4814-9CD7-993A5F1F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FC9420-8E1D-4F68-B54B-3618050626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36A335-8972-4124-9056-344126AC6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2C7AFB-199C-4D7B-B7D2-CC7FC9340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7BE3-2AE1-4D2E-A3AF-4AF15D3297A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2EC7D3-CB77-46B5-9A23-65693CDB8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354AD6-427D-4ADE-84A4-E0E7895C8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D6AA2-1088-4A78-9C36-E588017A7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282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B2E7DC-5A7A-4E0B-BB65-DE268591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0342B4-D5F3-4640-BA81-7E2B8ECD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05B58D-A648-4936-A6B5-05B86F198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449C2BF-C491-4A9B-A052-E3ADF4A809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C4D5D31-0B4A-4390-B6C9-77A73B60CC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C609594-ED81-49EE-8B46-C957DCEA7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7BE3-2AE1-4D2E-A3AF-4AF15D3297A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B747B7D-2CC3-4398-A55F-F92279797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386E5BE-8F99-48D0-BE50-BC6C11506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D6AA2-1088-4A78-9C36-E588017A7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9375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4925F-6858-4080-95FF-005D9ACC3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765D0FC-F756-49AC-BB3D-7CBBF05C7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7BE3-2AE1-4D2E-A3AF-4AF15D3297A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D6268D-61CB-476A-91E6-9F6430CE9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46B30F-0BF5-4DD6-8446-463132B8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D6AA2-1088-4A78-9C36-E588017A7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1366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B456508-F237-4A17-8B2B-8C066F0A5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7BE3-2AE1-4D2E-A3AF-4AF15D3297A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1A74AC0-9F9E-4033-A912-531930AEF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A0624F-567B-491A-BA25-343043E17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D6AA2-1088-4A78-9C36-E588017A7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269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760FDD-09EE-4046-8894-4AFB8A814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FF4D4F-511A-4DE9-80B9-A665F8FEE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7408B7-B774-4920-962C-01B2C85FD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A502B4-A714-491D-9141-57750D564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7BE3-2AE1-4D2E-A3AF-4AF15D3297A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34C5D5-401B-487C-9D1B-A411F5B2F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FE9DE8-4865-4D64-A69B-6E657A6E7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D6AA2-1088-4A78-9C36-E588017A7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23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5F1EA7-211C-47E3-84EE-78DF02459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5E594D3-BCCE-4238-BDB7-8B9BB5F0F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97EC8C-9088-41AD-B072-8F1571894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8130D7-FABA-4587-89A3-AEB4AA9FD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7BE3-2AE1-4D2E-A3AF-4AF15D3297A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ED349A-87D7-43D4-A802-31E22186C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9B0DDB-5CD5-4A4F-B074-3C9CA3919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D6AA2-1088-4A78-9C36-E588017A7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126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E755EA-5398-498B-BD39-1D7CBF64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EA8AEB5-BAC1-48ED-9267-38F23ECBA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D808ED-C22B-42BC-BF4F-09C5C9171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7BE3-2AE1-4D2E-A3AF-4AF15D3297A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3F5FFB-DF5E-42DD-8F93-867483CD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3261EF-CFE7-480C-8E0F-AB517CEB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D6AA2-1088-4A78-9C36-E588017A7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271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27FD8F3-79CF-48EE-8C57-1F4D523B3F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DE7CA7-34B8-4911-BD0B-E645216CB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9512DC-B5E9-4700-B6E7-07DD308DD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7BE3-2AE1-4D2E-A3AF-4AF15D3297A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628FE5-28CD-4CCD-8769-BCBBA5430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ECBAC5-7B55-4F8A-82CA-81F465237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D6AA2-1088-4A78-9C36-E588017A7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0625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61883-4363-4442-8CC8-3FAB6F987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7172AB-3045-44A5-BC73-24BB70277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C8834A-F9DB-4856-8BD7-89FEE74EAE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07BE3-2AE1-4D2E-A3AF-4AF15D3297A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0F7491-1082-4C5C-96A1-C23723274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ECB0B7-3DF2-448B-B7A4-AB54A390FE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D6AA2-1088-4A78-9C36-E588017A7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37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png"/><Relationship Id="rId7" Type="http://schemas.openxmlformats.org/officeDocument/2006/relationships/image" Target="../media/image15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jp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D8F20A-52CC-4AD7-9E13-B3D495668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8468"/>
            <a:ext cx="9420748" cy="592953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1A9A7E-ACA9-45A9-8640-2571BB8CB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1544" y="1220837"/>
            <a:ext cx="9144000" cy="2387600"/>
          </a:xfrm>
        </p:spPr>
        <p:txBody>
          <a:bodyPr>
            <a:normAutofit/>
          </a:bodyPr>
          <a:lstStyle/>
          <a:p>
            <a:r>
              <a:rPr lang="en-US" sz="8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Matule</a:t>
            </a:r>
            <a:endParaRPr lang="ru-RU" sz="8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2359127-2C32-4B0B-98E6-489B8CC6A9E4}"/>
              </a:ext>
            </a:extLst>
          </p:cNvPr>
          <p:cNvSpPr/>
          <p:nvPr/>
        </p:nvSpPr>
        <p:spPr>
          <a:xfrm>
            <a:off x="8539089" y="0"/>
            <a:ext cx="3652911" cy="6858000"/>
          </a:xfrm>
          <a:prstGeom prst="rect">
            <a:avLst/>
          </a:prstGeom>
          <a:solidFill>
            <a:srgbClr val="1A6F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0185717-C162-4738-83BA-1B1817E6A56C}"/>
              </a:ext>
            </a:extLst>
          </p:cNvPr>
          <p:cNvSpPr/>
          <p:nvPr/>
        </p:nvSpPr>
        <p:spPr bwMode="auto">
          <a:xfrm>
            <a:off x="-4689" y="0"/>
            <a:ext cx="9369083" cy="1589649"/>
          </a:xfrm>
          <a:prstGeom prst="rect">
            <a:avLst/>
          </a:prstGeom>
          <a:solidFill>
            <a:srgbClr val="1A6F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448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E489C9-7D93-4A67-9691-436131D63310}"/>
              </a:ext>
            </a:extLst>
          </p:cNvPr>
          <p:cNvSpPr txBox="1"/>
          <p:nvPr/>
        </p:nvSpPr>
        <p:spPr>
          <a:xfrm>
            <a:off x="0" y="-168812"/>
            <a:ext cx="54655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приложения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DB54F6-CCC6-46FB-A64F-D901606E115B}"/>
              </a:ext>
            </a:extLst>
          </p:cNvPr>
          <p:cNvSpPr txBox="1"/>
          <p:nvPr/>
        </p:nvSpPr>
        <p:spPr>
          <a:xfrm>
            <a:off x="0" y="539074"/>
            <a:ext cx="1182457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реализовано в  среде разработки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язык на котором писался код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Android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версией 12 и выше.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Представлено в виде интернет магазина с возможностью планирования проектов.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Создано для компании под товарным знаком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Matule.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Пройденные этапы реализации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Написание библиотек для визуальной части приложения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Написание серверной логики взаимодействия клиент – сервер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Написание визуальной части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Написание внутренней логики приложения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Тестирование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2816372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C69102-B3FD-4DAD-B4C8-612A9E92BA3F}"/>
              </a:ext>
            </a:extLst>
          </p:cNvPr>
          <p:cNvSpPr txBox="1"/>
          <p:nvPr/>
        </p:nvSpPr>
        <p:spPr>
          <a:xfrm>
            <a:off x="3206663" y="-164075"/>
            <a:ext cx="34697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классов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CC909-A45E-4F62-B80F-83E547BABC87}"/>
              </a:ext>
            </a:extLst>
          </p:cNvPr>
          <p:cNvSpPr txBox="1"/>
          <p:nvPr/>
        </p:nvSpPr>
        <p:spPr>
          <a:xfrm>
            <a:off x="0" y="438410"/>
            <a:ext cx="45954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Классы приложения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A9B0EC-DC35-4FEB-9A81-89EF6A38F8C5}"/>
              </a:ext>
            </a:extLst>
          </p:cNvPr>
          <p:cNvSpPr txBox="1"/>
          <p:nvPr/>
        </p:nvSpPr>
        <p:spPr>
          <a:xfrm>
            <a:off x="87682" y="1146296"/>
            <a:ext cx="3075907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activity_addprofile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activity_login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activity_main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activity_password_edit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activity_profile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activity_project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activity_splash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activity_basket</a:t>
            </a:r>
            <a:br>
              <a:rPr lang="en-US" dirty="0"/>
            </a:br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E26039E-3E59-4CD9-92D5-C9B9D5FD6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546" y="603310"/>
            <a:ext cx="5630061" cy="120984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87D9FA4-AF35-4620-8B79-6DEB474C8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546" y="1872653"/>
            <a:ext cx="3995777" cy="472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76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89BCB27-E503-4F2F-8C88-B4AE7EFB75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D3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FC76FB8-079F-4E37-9990-572F40205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7574"/>
            <a:ext cx="12192000" cy="34349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E99711-FC3B-4990-8C4C-49812039E359}"/>
              </a:ext>
            </a:extLst>
          </p:cNvPr>
          <p:cNvSpPr txBox="1"/>
          <p:nvPr/>
        </p:nvSpPr>
        <p:spPr>
          <a:xfrm>
            <a:off x="0" y="-150312"/>
            <a:ext cx="78151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производительности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3789125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9604C4-9891-4E99-AE78-077853EE18FE}"/>
              </a:ext>
            </a:extLst>
          </p:cNvPr>
          <p:cNvSpPr txBox="1"/>
          <p:nvPr/>
        </p:nvSpPr>
        <p:spPr>
          <a:xfrm>
            <a:off x="5699342" y="1177447"/>
            <a:ext cx="598744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Использовали микро серверную архитектуру , разбив проект на составляющие такие ,как библиотеки ,окно регистрации, главное окно благодаря этому при проблемах с одной частью приложения, приложение всё ещё остаётся частично возможным к использованию для пользователя.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 же соблюдены правила архитектуры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DRY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7645B48-D98B-435E-AC7A-BA814EB54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0308"/>
            <a:ext cx="5549028" cy="5379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6520F5-DF1B-4E7E-AB52-E53E79F0E280}"/>
              </a:ext>
            </a:extLst>
          </p:cNvPr>
          <p:cNvSpPr txBox="1"/>
          <p:nvPr/>
        </p:nvSpPr>
        <p:spPr>
          <a:xfrm>
            <a:off x="5699342" y="380308"/>
            <a:ext cx="5631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Архитектурные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2400340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1C3E4C-4F0F-476E-8425-562F200FBB25}"/>
              </a:ext>
            </a:extLst>
          </p:cNvPr>
          <p:cNvSpPr txBox="1"/>
          <p:nvPr/>
        </p:nvSpPr>
        <p:spPr>
          <a:xfrm>
            <a:off x="0" y="-168812"/>
            <a:ext cx="63836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библиотеки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DD5629E-5676-42C5-87D9-40A8EB84E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9074"/>
            <a:ext cx="6093784" cy="63189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E16B3F0-9FC6-467E-A135-6F4160745D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498" y="539074"/>
            <a:ext cx="6269502" cy="63189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F83ACA-E7D7-4370-AE25-63BBDC7BB83D}"/>
              </a:ext>
            </a:extLst>
          </p:cNvPr>
          <p:cNvSpPr txBox="1"/>
          <p:nvPr/>
        </p:nvSpPr>
        <p:spPr>
          <a:xfrm>
            <a:off x="0" y="539073"/>
            <a:ext cx="2658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Библиотека</a:t>
            </a:r>
            <a:r>
              <a:rPr lang="en-US" dirty="0"/>
              <a:t> </a:t>
            </a:r>
            <a:r>
              <a:rPr lang="en-US" dirty="0" err="1"/>
              <a:t>Uikit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1145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1EFF0C-C16B-415F-B492-9A8DEF995955}"/>
              </a:ext>
            </a:extLst>
          </p:cNvPr>
          <p:cNvSpPr txBox="1"/>
          <p:nvPr/>
        </p:nvSpPr>
        <p:spPr>
          <a:xfrm>
            <a:off x="0" y="-126609"/>
            <a:ext cx="33746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ServerLibrary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D49905-7B26-4B81-B7CD-A1EDCB4E0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277"/>
            <a:ext cx="12192000" cy="316120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52991F-C5D2-42AE-9706-13C4372C4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42482"/>
            <a:ext cx="12192000" cy="311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404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281256-294F-49AB-8DD9-A84BE995F3CE}"/>
              </a:ext>
            </a:extLst>
          </p:cNvPr>
          <p:cNvSpPr txBox="1"/>
          <p:nvPr/>
        </p:nvSpPr>
        <p:spPr>
          <a:xfrm>
            <a:off x="5187230" y="555535"/>
            <a:ext cx="26244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SplashActivity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0776C-4BCD-44F3-A78A-591E95B5838C}"/>
              </a:ext>
            </a:extLst>
          </p:cNvPr>
          <p:cNvSpPr txBox="1"/>
          <p:nvPr/>
        </p:nvSpPr>
        <p:spPr>
          <a:xfrm>
            <a:off x="9221336" y="546607"/>
            <a:ext cx="28392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biometric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B0D6A-D01D-4FAE-8D42-2D16912B2C71}"/>
              </a:ext>
            </a:extLst>
          </p:cNvPr>
          <p:cNvSpPr txBox="1"/>
          <p:nvPr/>
        </p:nvSpPr>
        <p:spPr>
          <a:xfrm>
            <a:off x="976257" y="555535"/>
            <a:ext cx="3810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and registration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1BF7B4-62C2-4FBB-B72C-0291CC1F06F7}"/>
              </a:ext>
            </a:extLst>
          </p:cNvPr>
          <p:cNvSpPr txBox="1"/>
          <p:nvPr/>
        </p:nvSpPr>
        <p:spPr>
          <a:xfrm>
            <a:off x="576197" y="1282298"/>
            <a:ext cx="20918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card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5D2594-A062-4002-81EF-72630F982FD5}"/>
              </a:ext>
            </a:extLst>
          </p:cNvPr>
          <p:cNvSpPr txBox="1"/>
          <p:nvPr/>
        </p:nvSpPr>
        <p:spPr>
          <a:xfrm>
            <a:off x="457431" y="1938172"/>
            <a:ext cx="29464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Password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FC7795-3A5C-444A-9962-C9B7A93EA6DB}"/>
              </a:ext>
            </a:extLst>
          </p:cNvPr>
          <p:cNvSpPr txBox="1"/>
          <p:nvPr/>
        </p:nvSpPr>
        <p:spPr>
          <a:xfrm>
            <a:off x="0" y="-126478"/>
            <a:ext cx="11591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 экранов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A6EBF5ED-9995-49C7-B3EC-302D78D90FC6}"/>
              </a:ext>
            </a:extLst>
          </p:cNvPr>
          <p:cNvCxnSpPr>
            <a:stCxn id="2" idx="3"/>
            <a:endCxn id="3" idx="1"/>
          </p:cNvCxnSpPr>
          <p:nvPr/>
        </p:nvCxnSpPr>
        <p:spPr>
          <a:xfrm flipV="1">
            <a:off x="7811666" y="838995"/>
            <a:ext cx="1409670" cy="8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A3F44A3-961D-4ABD-B1C7-EE2DA8F22342}"/>
              </a:ext>
            </a:extLst>
          </p:cNvPr>
          <p:cNvSpPr txBox="1"/>
          <p:nvPr/>
        </p:nvSpPr>
        <p:spPr>
          <a:xfrm>
            <a:off x="4157721" y="2356429"/>
            <a:ext cx="10438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CE8666-0135-4811-87AB-83D2B9DBF56D}"/>
              </a:ext>
            </a:extLst>
          </p:cNvPr>
          <p:cNvSpPr txBox="1"/>
          <p:nvPr/>
        </p:nvSpPr>
        <p:spPr>
          <a:xfrm>
            <a:off x="1622117" y="3090734"/>
            <a:ext cx="14622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28948F-040F-4AB2-947E-D7F705E9B308}"/>
              </a:ext>
            </a:extLst>
          </p:cNvPr>
          <p:cNvSpPr txBox="1"/>
          <p:nvPr/>
        </p:nvSpPr>
        <p:spPr>
          <a:xfrm>
            <a:off x="329704" y="3808612"/>
            <a:ext cx="16009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item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DA486D-B541-4040-9719-F6CE383FD5F4}"/>
              </a:ext>
            </a:extLst>
          </p:cNvPr>
          <p:cNvSpPr txBox="1"/>
          <p:nvPr/>
        </p:nvSpPr>
        <p:spPr>
          <a:xfrm>
            <a:off x="3456592" y="3747057"/>
            <a:ext cx="13035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Basket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8C4B0B-0E63-426C-89CE-AC4D0136ACB9}"/>
              </a:ext>
            </a:extLst>
          </p:cNvPr>
          <p:cNvSpPr txBox="1"/>
          <p:nvPr/>
        </p:nvSpPr>
        <p:spPr>
          <a:xfrm>
            <a:off x="7500647" y="3386930"/>
            <a:ext cx="13610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613769-076C-4287-8753-0AE92183A549}"/>
              </a:ext>
            </a:extLst>
          </p:cNvPr>
          <p:cNvSpPr txBox="1"/>
          <p:nvPr/>
        </p:nvSpPr>
        <p:spPr>
          <a:xfrm>
            <a:off x="7423358" y="2356429"/>
            <a:ext cx="13003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6" name="Прямая со стрелкой 95">
            <a:extLst>
              <a:ext uri="{FF2B5EF4-FFF2-40B4-BE49-F238E27FC236}">
                <a16:creationId xmlns:a16="http://schemas.microsoft.com/office/drawing/2014/main" id="{DD628055-EDD9-495C-BE26-3BF21009806A}"/>
              </a:ext>
            </a:extLst>
          </p:cNvPr>
          <p:cNvCxnSpPr>
            <a:stCxn id="2" idx="1"/>
            <a:endCxn id="4" idx="3"/>
          </p:cNvCxnSpPr>
          <p:nvPr/>
        </p:nvCxnSpPr>
        <p:spPr>
          <a:xfrm flipH="1">
            <a:off x="4787172" y="847923"/>
            <a:ext cx="4000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Прямая со стрелкой 98">
            <a:extLst>
              <a:ext uri="{FF2B5EF4-FFF2-40B4-BE49-F238E27FC236}">
                <a16:creationId xmlns:a16="http://schemas.microsoft.com/office/drawing/2014/main" id="{B1DE32E9-4AE6-46D4-ABC0-5933F929FEDC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976257" y="847923"/>
            <a:ext cx="0" cy="613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 стрелкой 100">
            <a:extLst>
              <a:ext uri="{FF2B5EF4-FFF2-40B4-BE49-F238E27FC236}">
                <a16:creationId xmlns:a16="http://schemas.microsoft.com/office/drawing/2014/main" id="{25820972-3291-479A-80D9-BB604ECB35CA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622119" y="1867073"/>
            <a:ext cx="0" cy="299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>
            <a:extLst>
              <a:ext uri="{FF2B5EF4-FFF2-40B4-BE49-F238E27FC236}">
                <a16:creationId xmlns:a16="http://schemas.microsoft.com/office/drawing/2014/main" id="{7E50CB06-10ED-4F70-9CDF-E80EE5AE5E49}"/>
              </a:ext>
            </a:extLst>
          </p:cNvPr>
          <p:cNvCxnSpPr/>
          <p:nvPr/>
        </p:nvCxnSpPr>
        <p:spPr>
          <a:xfrm flipV="1">
            <a:off x="3106456" y="1027134"/>
            <a:ext cx="0" cy="1139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>
            <a:extLst>
              <a:ext uri="{FF2B5EF4-FFF2-40B4-BE49-F238E27FC236}">
                <a16:creationId xmlns:a16="http://schemas.microsoft.com/office/drawing/2014/main" id="{8BD636EA-237F-493D-BB41-EC7348B3933F}"/>
              </a:ext>
            </a:extLst>
          </p:cNvPr>
          <p:cNvCxnSpPr>
            <a:cxnSpLocks/>
          </p:cNvCxnSpPr>
          <p:nvPr/>
        </p:nvCxnSpPr>
        <p:spPr>
          <a:xfrm>
            <a:off x="4427124" y="1027134"/>
            <a:ext cx="0" cy="1329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 стрелкой 124">
            <a:extLst>
              <a:ext uri="{FF2B5EF4-FFF2-40B4-BE49-F238E27FC236}">
                <a16:creationId xmlns:a16="http://schemas.microsoft.com/office/drawing/2014/main" id="{20FCFC7C-2663-4FC3-823D-D0FF9258841C}"/>
              </a:ext>
            </a:extLst>
          </p:cNvPr>
          <p:cNvCxnSpPr>
            <a:stCxn id="28" idx="1"/>
            <a:endCxn id="31" idx="3"/>
          </p:cNvCxnSpPr>
          <p:nvPr/>
        </p:nvCxnSpPr>
        <p:spPr>
          <a:xfrm flipH="1">
            <a:off x="3084377" y="2648817"/>
            <a:ext cx="1073344" cy="734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Прямая со стрелкой 126">
            <a:extLst>
              <a:ext uri="{FF2B5EF4-FFF2-40B4-BE49-F238E27FC236}">
                <a16:creationId xmlns:a16="http://schemas.microsoft.com/office/drawing/2014/main" id="{BC0E047D-F6DB-45E4-86D9-EBE4CB455822}"/>
              </a:ext>
            </a:extLst>
          </p:cNvPr>
          <p:cNvCxnSpPr/>
          <p:nvPr/>
        </p:nvCxnSpPr>
        <p:spPr>
          <a:xfrm flipH="1">
            <a:off x="1176420" y="3560379"/>
            <a:ext cx="445697" cy="372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Прямая со стрелкой 132">
            <a:extLst>
              <a:ext uri="{FF2B5EF4-FFF2-40B4-BE49-F238E27FC236}">
                <a16:creationId xmlns:a16="http://schemas.microsoft.com/office/drawing/2014/main" id="{247E98EB-A3CF-4929-8678-E4A9F9CDFD80}"/>
              </a:ext>
            </a:extLst>
          </p:cNvPr>
          <p:cNvCxnSpPr>
            <a:stCxn id="28" idx="3"/>
            <a:endCxn id="35" idx="1"/>
          </p:cNvCxnSpPr>
          <p:nvPr/>
        </p:nvCxnSpPr>
        <p:spPr>
          <a:xfrm>
            <a:off x="5201597" y="2648817"/>
            <a:ext cx="22217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34">
            <a:extLst>
              <a:ext uri="{FF2B5EF4-FFF2-40B4-BE49-F238E27FC236}">
                <a16:creationId xmlns:a16="http://schemas.microsoft.com/office/drawing/2014/main" id="{2BAB54FC-D2A5-44D5-8F7F-F9AFAC906F29}"/>
              </a:ext>
            </a:extLst>
          </p:cNvPr>
          <p:cNvCxnSpPr>
            <a:stCxn id="28" idx="2"/>
            <a:endCxn id="34" idx="1"/>
          </p:cNvCxnSpPr>
          <p:nvPr/>
        </p:nvCxnSpPr>
        <p:spPr>
          <a:xfrm>
            <a:off x="4679659" y="2941204"/>
            <a:ext cx="2820988" cy="738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Прямая со стрелкой 138">
            <a:extLst>
              <a:ext uri="{FF2B5EF4-FFF2-40B4-BE49-F238E27FC236}">
                <a16:creationId xmlns:a16="http://schemas.microsoft.com/office/drawing/2014/main" id="{0747868C-4E57-4249-BD4D-9BA904170143}"/>
              </a:ext>
            </a:extLst>
          </p:cNvPr>
          <p:cNvCxnSpPr>
            <a:stCxn id="35" idx="1"/>
            <a:endCxn id="28" idx="3"/>
          </p:cNvCxnSpPr>
          <p:nvPr/>
        </p:nvCxnSpPr>
        <p:spPr>
          <a:xfrm flipH="1">
            <a:off x="5201597" y="2648817"/>
            <a:ext cx="22217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Прямая со стрелкой 140">
            <a:extLst>
              <a:ext uri="{FF2B5EF4-FFF2-40B4-BE49-F238E27FC236}">
                <a16:creationId xmlns:a16="http://schemas.microsoft.com/office/drawing/2014/main" id="{3E8372D7-09E9-48E7-8601-30F97ECACFD8}"/>
              </a:ext>
            </a:extLst>
          </p:cNvPr>
          <p:cNvCxnSpPr>
            <a:stCxn id="34" idx="1"/>
            <a:endCxn id="28" idx="2"/>
          </p:cNvCxnSpPr>
          <p:nvPr/>
        </p:nvCxnSpPr>
        <p:spPr>
          <a:xfrm flipH="1" flipV="1">
            <a:off x="4679659" y="2941204"/>
            <a:ext cx="2820988" cy="738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Прямая со стрелкой 144">
            <a:extLst>
              <a:ext uri="{FF2B5EF4-FFF2-40B4-BE49-F238E27FC236}">
                <a16:creationId xmlns:a16="http://schemas.microsoft.com/office/drawing/2014/main" id="{843D9168-60D1-42CB-B24E-5B7A28F8E347}"/>
              </a:ext>
            </a:extLst>
          </p:cNvPr>
          <p:cNvCxnSpPr/>
          <p:nvPr/>
        </p:nvCxnSpPr>
        <p:spPr>
          <a:xfrm flipV="1">
            <a:off x="1176420" y="3560379"/>
            <a:ext cx="445697" cy="372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Прямая со стрелкой 146">
            <a:extLst>
              <a:ext uri="{FF2B5EF4-FFF2-40B4-BE49-F238E27FC236}">
                <a16:creationId xmlns:a16="http://schemas.microsoft.com/office/drawing/2014/main" id="{66599055-A13D-458B-A1F0-CD2572E8BC42}"/>
              </a:ext>
            </a:extLst>
          </p:cNvPr>
          <p:cNvCxnSpPr>
            <a:stCxn id="33" idx="1"/>
            <a:endCxn id="31" idx="2"/>
          </p:cNvCxnSpPr>
          <p:nvPr/>
        </p:nvCxnSpPr>
        <p:spPr>
          <a:xfrm flipH="1" flipV="1">
            <a:off x="2353247" y="3675509"/>
            <a:ext cx="1103345" cy="363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Прямая со стрелкой 148">
            <a:extLst>
              <a:ext uri="{FF2B5EF4-FFF2-40B4-BE49-F238E27FC236}">
                <a16:creationId xmlns:a16="http://schemas.microsoft.com/office/drawing/2014/main" id="{EED0E7C4-E6DF-41D6-B631-8F13E591317B}"/>
              </a:ext>
            </a:extLst>
          </p:cNvPr>
          <p:cNvCxnSpPr>
            <a:stCxn id="31" idx="2"/>
            <a:endCxn id="33" idx="1"/>
          </p:cNvCxnSpPr>
          <p:nvPr/>
        </p:nvCxnSpPr>
        <p:spPr>
          <a:xfrm>
            <a:off x="2353247" y="3675509"/>
            <a:ext cx="1103345" cy="363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Прямая со стрелкой 155">
            <a:extLst>
              <a:ext uri="{FF2B5EF4-FFF2-40B4-BE49-F238E27FC236}">
                <a16:creationId xmlns:a16="http://schemas.microsoft.com/office/drawing/2014/main" id="{66F653D5-BED0-4544-B942-F68B544B79A2}"/>
              </a:ext>
            </a:extLst>
          </p:cNvPr>
          <p:cNvCxnSpPr>
            <a:stCxn id="31" idx="3"/>
            <a:endCxn id="28" idx="1"/>
          </p:cNvCxnSpPr>
          <p:nvPr/>
        </p:nvCxnSpPr>
        <p:spPr>
          <a:xfrm flipV="1">
            <a:off x="3084377" y="2648817"/>
            <a:ext cx="1073344" cy="734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Прямая со стрелкой 163">
            <a:extLst>
              <a:ext uri="{FF2B5EF4-FFF2-40B4-BE49-F238E27FC236}">
                <a16:creationId xmlns:a16="http://schemas.microsoft.com/office/drawing/2014/main" id="{60F2A37B-7DDB-4B1F-939C-2AA379DC9C95}"/>
              </a:ext>
            </a:extLst>
          </p:cNvPr>
          <p:cNvCxnSpPr>
            <a:stCxn id="3" idx="2"/>
            <a:endCxn id="28" idx="0"/>
          </p:cNvCxnSpPr>
          <p:nvPr/>
        </p:nvCxnSpPr>
        <p:spPr>
          <a:xfrm flipH="1">
            <a:off x="4679659" y="1131382"/>
            <a:ext cx="5961297" cy="1225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Прямая со стрелкой 165">
            <a:extLst>
              <a:ext uri="{FF2B5EF4-FFF2-40B4-BE49-F238E27FC236}">
                <a16:creationId xmlns:a16="http://schemas.microsoft.com/office/drawing/2014/main" id="{E922242A-DECD-4F19-873C-88DB1907BE20}"/>
              </a:ext>
            </a:extLst>
          </p:cNvPr>
          <p:cNvCxnSpPr>
            <a:cxnSpLocks/>
            <a:stCxn id="6" idx="3"/>
            <a:endCxn id="35" idx="1"/>
          </p:cNvCxnSpPr>
          <p:nvPr/>
        </p:nvCxnSpPr>
        <p:spPr>
          <a:xfrm>
            <a:off x="3403879" y="2230560"/>
            <a:ext cx="4019479" cy="418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Прямая со стрелкой 167">
            <a:extLst>
              <a:ext uri="{FF2B5EF4-FFF2-40B4-BE49-F238E27FC236}">
                <a16:creationId xmlns:a16="http://schemas.microsoft.com/office/drawing/2014/main" id="{83F4A113-F0D9-4795-9EF9-D887087BA1FB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668040" y="1574686"/>
            <a:ext cx="5405496" cy="922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Прямая со стрелкой 171">
            <a:extLst>
              <a:ext uri="{FF2B5EF4-FFF2-40B4-BE49-F238E27FC236}">
                <a16:creationId xmlns:a16="http://schemas.microsoft.com/office/drawing/2014/main" id="{0E65B06B-337D-4573-B932-1C803D083F8B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 flipV="1">
            <a:off x="1930655" y="4039445"/>
            <a:ext cx="1525937" cy="30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770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DA0941-F09F-4A2A-B549-01D4E1405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310" y="547837"/>
            <a:ext cx="3167180" cy="61405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829906D-93D7-4393-BEE1-3D2AD32D8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496" y="547837"/>
            <a:ext cx="3167180" cy="614054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B31887D-496F-4218-B872-F42BF111F5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310" y="547837"/>
            <a:ext cx="3167180" cy="614054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5E13CC4-C5FE-4CEA-9FC8-0A76B7E71BF6}"/>
              </a:ext>
            </a:extLst>
          </p:cNvPr>
          <p:cNvSpPr/>
          <p:nvPr/>
        </p:nvSpPr>
        <p:spPr>
          <a:xfrm>
            <a:off x="-1266092" y="-160049"/>
            <a:ext cx="806078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Сценарий использования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30E077B-9E74-4050-9F88-993BDD5777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124" y="547837"/>
            <a:ext cx="3167180" cy="576232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FC06BF2-EED2-4B4B-8181-2B2C9116C5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938" y="547837"/>
            <a:ext cx="3167180" cy="596550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D7D31D1-A282-4421-A00D-D9D3D8E81A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310" y="514274"/>
            <a:ext cx="3167180" cy="617411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10F6C509-9F6C-44A3-B7D0-1C3E73C33C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6717" y="514272"/>
            <a:ext cx="3167180" cy="6174113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98E3D3D0-F2A5-4EDE-B4F9-97F1721FEA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124" y="547837"/>
            <a:ext cx="3167180" cy="596550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86E82DF0-C5DD-4A60-9A0C-A9CA08EF514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6717" y="547837"/>
            <a:ext cx="3167180" cy="6174112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E848E566-A810-43CD-AF7E-EAE3B2CD5EA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999" y="479811"/>
            <a:ext cx="3760616" cy="6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31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</TotalTime>
  <Words>108</Words>
  <Application>Microsoft Office PowerPoint</Application>
  <PresentationFormat>Широкоэкранный</PresentationFormat>
  <Paragraphs>34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Тема Office</vt:lpstr>
      <vt:lpstr>Matule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Matule</dc:title>
  <dc:creator>WSR_4</dc:creator>
  <cp:lastModifiedBy>WSR_4</cp:lastModifiedBy>
  <cp:revision>14</cp:revision>
  <dcterms:created xsi:type="dcterms:W3CDTF">2026-02-12T05:27:33Z</dcterms:created>
  <dcterms:modified xsi:type="dcterms:W3CDTF">2026-02-12T08:01:29Z</dcterms:modified>
</cp:coreProperties>
</file>